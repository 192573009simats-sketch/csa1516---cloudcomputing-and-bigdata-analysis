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9916" y="160191"/>
            <a:ext cx="6468746" cy="2713639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ROLE OF WEB BROWSER IN ACESSING CLOUD SEVICES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8984" y="3034020"/>
            <a:ext cx="6269347" cy="338544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 :JOTHIPRAKASH.M</a:t>
            </a:r>
          </a:p>
          <a:p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REG NO : 192573009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E77B-FC73-6702-19AE-226C41A2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5A29F-333E-1F92-A731-B64C9DBD8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Cloud services provide applications and storage over the Internet.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 web browser is the main tool used to access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Browsers act as the client interface between users and cloud servers.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Examples: Google Chrome, Microsoft Edge, Mozilla Firefox, Safari.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508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0626-754F-ABE8-B574-C669AFC0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WEB BROWSER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FA3BB-FA75-1300-5F9B-CF45B2A93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89540"/>
            <a:ext cx="10058400" cy="37608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 web browser is software used to access websites and cloud applications.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It sends user requests to cloud servers.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It receives and displays the server's response.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Supports HTML, CSS, JavaScript, and multimedia content.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424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9FD4-BD31-7DA9-6245-12E80D44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BROWSER AS A CLIENT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F14B-B421-A91D-1BEA-5C29AF0CF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Sends user requests to cloud servers.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Displays cloud applications and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Manages user sessions and cookies.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Provides a graphical user interface (GUI).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Enables interaction without installing software.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53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98CA-1B99-E936-BF48-E0D545C0C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BROWSER ACCESS CLOUD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18B1B-2DE4-A730-8145-2680ED35D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471400" lvl="8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User enters a website URL.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Browser sends an HTTPS request.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Cloud server processes the request.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Server sends data back.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Browser displays the webpage or application.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325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9298-3699-168A-04E5-F4899B72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Web Browsers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52886-F1C9-4CC7-2226-026FDDB08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User-friendly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Secure communication (HTTPS/SSL)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Cross-platform support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Fast access using cache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Supports extensions and plugins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332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0E25-57E6-ED57-06A0-A94F1D17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220D-9D2D-A9E1-A60D-2934A166A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70878"/>
            <a:ext cx="10058400" cy="37608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Web browsers are the primary client interfaces for accessing cloud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They enable secure communication with cloud servers.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Browsers make cloud applications easy to use without installation.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They are essential for modern cloud computing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677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F7E69-8C34-7BCE-3534-7F9AD0D8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REFRENCES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37819-6DB2-0AD9-C6A3-018279C5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Erl, T., Mahmood, Z., &amp; </a:t>
            </a:r>
            <a:r>
              <a:rPr lang="en-IN" sz="2400" dirty="0" err="1"/>
              <a:t>Puttini</a:t>
            </a:r>
            <a:r>
              <a:rPr lang="en-IN" sz="2400" dirty="0"/>
              <a:t>, R. (2019). </a:t>
            </a:r>
            <a:r>
              <a:rPr lang="en-IN" sz="2400" i="1" dirty="0"/>
              <a:t>Cloud Computing: Concepts, Technology &amp; Architecture</a:t>
            </a:r>
            <a:r>
              <a:rPr lang="en-IN" sz="2400" dirty="0"/>
              <a:t> (2nd ed.). Pearson.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Buyya</a:t>
            </a:r>
            <a:r>
              <a:rPr lang="en-IN" sz="2400" dirty="0"/>
              <a:t>, R., </a:t>
            </a:r>
            <a:r>
              <a:rPr lang="en-IN" sz="2400" dirty="0" err="1"/>
              <a:t>Vecchiola</a:t>
            </a:r>
            <a:r>
              <a:rPr lang="en-IN" sz="2400" dirty="0"/>
              <a:t>, C., &amp; Selvi, S. T. (2020). </a:t>
            </a:r>
            <a:r>
              <a:rPr lang="en-IN" sz="2400" i="1" dirty="0"/>
              <a:t>Mastering Cloud Computing: Foundations and Applications Programming</a:t>
            </a:r>
            <a:r>
              <a:rPr lang="en-IN" sz="2400" dirty="0"/>
              <a:t> (2nd ed.). McGraw-Hill.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Krutz, R. L., &amp; Vines, R. D. (2018). </a:t>
            </a:r>
            <a:r>
              <a:rPr lang="en-IN" sz="2400" i="1" dirty="0"/>
              <a:t>Cloud Security: A Comprehensive Guide to Secure Cloud Computing</a:t>
            </a:r>
            <a:r>
              <a:rPr lang="en-IN" sz="2400" dirty="0"/>
              <a:t>. Wiley.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6595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{FBE0EAE7-95F9-4C55-BA04-F98290A9BD91}TFf0a5ceae-4542-492d-822e-d65a94fb0e1e3b562c5a_win32-009a0557e699</Template>
  <TotalTime>26</TotalTime>
  <Words>338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Custom</vt:lpstr>
      <vt:lpstr>ROLE OF WEB BROWSER IN ACESSING CLOUD SEVICES </vt:lpstr>
      <vt:lpstr>INTRODUCTION</vt:lpstr>
      <vt:lpstr>WHAT IS A WEB BROWSER </vt:lpstr>
      <vt:lpstr>BROWSER AS A CLIENT INTERFACE</vt:lpstr>
      <vt:lpstr>HOW BROWSER ACCESS CLOUD SERVICES</vt:lpstr>
      <vt:lpstr>Features of Web Browsers</vt:lpstr>
      <vt:lpstr>CONCLUSION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Dhoni M</dc:creator>
  <cp:lastModifiedBy>Dhoni M</cp:lastModifiedBy>
  <cp:revision>1</cp:revision>
  <dcterms:created xsi:type="dcterms:W3CDTF">2026-07-24T08:07:35Z</dcterms:created>
  <dcterms:modified xsi:type="dcterms:W3CDTF">2026-08-14T04:00:08Z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